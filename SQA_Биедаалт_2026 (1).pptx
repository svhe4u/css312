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ПРОГРАММ ХАНГАМЖИЙН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ЧАНАРЫН ҮНЭЛГЭЭ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0" y="1874520"/>
            <a:ext cx="3657600" cy="36576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Quality Assessment — Биедаалтын Удирдамж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2651760"/>
            <a:ext cx="6949440" cy="1645920"/>
          </a:xfrm>
          <a:prstGeom prst="rect">
            <a:avLst/>
          </a:prstGeom>
          <a:solidFill>
            <a:srgbClr val="0A1228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7432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Багийн нэр: ________________________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1546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Гишүүд: ___________________________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5661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  ___________________________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Хамгаалах огноо: 2026.03.20 | Цаг: 11:00 цагаас өмнө ITS Mandakh-д илгээх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Агуулгын Товч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20624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Удиртгал ба зорилго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075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Биедаалтын зорилго, хамрах хүрээ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20624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745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1920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Программ хангамжийн чанарын тухай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313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Онолын үндэс, стандартууд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20624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8036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2926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систем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319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Сонгосон жижиг систем, технологи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420624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862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3931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төлөвлөгөө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325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Plan – бүрэн бичиг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868680"/>
            <a:ext cx="420624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86868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914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тохиолдлууд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13075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Cases – нарийвчилсан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874520"/>
            <a:ext cx="420624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8745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32120" y="1920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Хэрэгслийн хэрэглээ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2313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 ашигласан байдал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880360"/>
            <a:ext cx="420624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88036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32120" y="2926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Алдааны тайлан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32120" y="3319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Report – илрсэн дутагдлууд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886200"/>
            <a:ext cx="420624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8862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532120" y="3931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Дүгнэлт ба ишлэл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32120" y="4325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Номын жагсаалт, GitHub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7C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4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Удиртгал ба Зорилго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23774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D1B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&amp; Objectives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Биедаалтын Зорилго ба Шаардлага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Үндсэн зорилго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Программ хангамжийн чанарын үнэлгээний практик ур чадварыг эзэмшүүлэх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Зөвхөн онол биш — бодит хэрэгсэл ашиглан жижиг систем дээр туршилт хийх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баримт бичгийг стандартын дагуу боловсруулах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841248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Заавал бүрдүүлэх материал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Туршилтын Төлөвлөгөө (Test Plan)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Туршилтын Тохиолдол (Test Cases)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Алдааны Тайлан (Bug Report)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Номзүйн ишлэл — хуудасны дугаартай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GitHub линк — жишээ кодтой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7C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4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Онолын Үндэс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23774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D1B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Quality Concepts &amp; Standards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Программ Хангамжийн Чанар гэж юу вэ?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Программ хангамжийн чанар нь хэрэглэгчийн шаардлагыг хангасан, найдвартай, хэрэглэхэд хялбар системийн шинж чанар юм.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560320" cy="10972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087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Suitability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560320" cy="109728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5087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560320" cy="10972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5087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2560320" cy="109728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8803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0" y="2880360"/>
            <a:ext cx="2560320" cy="10972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28803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Maintainability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5040" y="2880360"/>
            <a:ext cx="2560320" cy="109728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8803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25010:2011 — Чанарын загвар (Quality Model)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Чанарын Стандартууд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0233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(SQuaRE)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Системийн болон программ хангамжийн чанарын шаардлага, үнэлгээний олон улсын стандарт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Чанарын 8 гол шинж чанар, 30+ дэд шинж чанарыг тодорхойлдог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54880" y="777240"/>
            <a:ext cx="40233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829 — Test Document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баримт бичгийн стандарт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Plan, Test Case, Bug Report загварыг тодорхойлдог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40233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ISTQB Syllabus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Олон улсын туршилтын мэргэжилтний гэрчилгээний суурь материал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level, Test type, Test technique-ийг тодорхойлдог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2651760"/>
            <a:ext cx="40233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CMMI Level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 хангамжийн боловсруулалтын чанарын үйл явцын бранжийн загвар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 1–5: Initial → Optimizing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7C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4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Систем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23774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D1B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System &amp; Tools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Сонгосон Систем — Нэвтрэх Модуль (Login System)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20624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Системийн тодорхойлолт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Жижиг веб аппликейшн — хэрэглэгч бүртгэл ба нэвтрэх систем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Технологи: HTML/CSS, JavaScript, Node.js, SQLite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Боловсруулсан орчин: VS Code, GitHub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846320" y="822960"/>
            <a:ext cx="3931920" cy="402336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Архитектур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1280160"/>
            <a:ext cx="3383280" cy="5943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2801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 (UI)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20640" y="2057400"/>
            <a:ext cx="3383280" cy="594360"/>
          </a:xfrm>
          <a:prstGeom prst="rect">
            <a:avLst/>
          </a:prstGeom>
          <a:solidFill>
            <a:srgbClr val="16354A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0574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Layer (Node.js)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0640" y="2834640"/>
            <a:ext cx="3383280" cy="5943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834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Logic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3611880"/>
            <a:ext cx="3383280" cy="594360"/>
          </a:xfrm>
          <a:prstGeom prst="rect">
            <a:avLst/>
          </a:prstGeom>
          <a:solidFill>
            <a:srgbClr val="16354A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36118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SQLite Database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420624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Туршиж буй функциональ хэсгүүд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Хэрэглэгч бүртгэх (Register)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Нэвтрэх / гарах (Login / Logout)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Нууц үг баталгаажуулалт (Validation)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удирдлага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Ашигласан Хэрэгслүүд (Tools)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1737360"/>
          </a:xfrm>
          <a:prstGeom prst="rect">
            <a:avLst/>
          </a:prstGeom>
          <a:solidFill>
            <a:srgbClr val="0E7C86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Selenium WebDriver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 Test Automation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743200" cy="1737360"/>
          </a:xfrm>
          <a:prstGeom prst="rect">
            <a:avLst/>
          </a:prstGeom>
          <a:solidFill>
            <a:srgbClr val="0D1B4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051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Postman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4612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Testing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822960"/>
            <a:ext cx="2743200" cy="1737360"/>
          </a:xfrm>
          <a:prstGeom prst="rect">
            <a:avLst/>
          </a:prstGeom>
          <a:solidFill>
            <a:srgbClr val="0E7C86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051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Jest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Testing (JS)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2743200" cy="1737360"/>
          </a:xfrm>
          <a:prstGeom prst="rect">
            <a:avLst/>
          </a:prstGeom>
          <a:solidFill>
            <a:srgbClr val="0D1B4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OWASP ZAP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7432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Testing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2834640"/>
            <a:ext cx="2743200" cy="1737360"/>
          </a:xfrm>
          <a:prstGeom prst="rect">
            <a:avLst/>
          </a:prstGeom>
          <a:solidFill>
            <a:srgbClr val="0E7C86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Apache JMeter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24612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Testing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2834640"/>
            <a:ext cx="2743200" cy="1737360"/>
          </a:xfrm>
          <a:prstGeom prst="rect">
            <a:avLst/>
          </a:prstGeom>
          <a:solidFill>
            <a:srgbClr val="0D1B4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Actions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21792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CI/CD Pipeline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7C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4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Төлөвлөгөө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23774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D1B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Plan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Plan — Нийт Бүтэц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868680"/>
          </a:xfrm>
          <a:prstGeom prst="rect">
            <a:avLst/>
          </a:prstGeom>
          <a:solidFill>
            <a:srgbClr val="0D1B40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Танилцуулга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Системийн нэр, хамрах хүрээ, зорилго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206240" cy="868680"/>
          </a:xfrm>
          <a:prstGeom prst="rect">
            <a:avLst/>
          </a:prstGeom>
          <a:solidFill>
            <a:srgbClr val="162A40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Туршилтын стратеги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2070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Unit, Integration, System, UAT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783080"/>
            <a:ext cx="4206240" cy="868680"/>
          </a:xfrm>
          <a:prstGeom prst="rect">
            <a:avLst/>
          </a:prstGeom>
          <a:solidFill>
            <a:srgbClr val="0D1B40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Хамрах хүрээ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" y="22128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In-scope vs Out-of-scope модулиуд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783080"/>
            <a:ext cx="4206240" cy="868680"/>
          </a:xfrm>
          <a:prstGeom prst="rect">
            <a:avLst/>
          </a:prstGeom>
          <a:solidFill>
            <a:srgbClr val="162A40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Туршилтын орчин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22128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Hardware, Software, Browser, 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4206240" cy="868680"/>
          </a:xfrm>
          <a:prstGeom prst="rect">
            <a:avLst/>
          </a:prstGeom>
          <a:solidFill>
            <a:srgbClr val="0D1B40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34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Хуваарь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" y="3218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Огноо, эхлэх/дуусах цаг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788920"/>
            <a:ext cx="4206240" cy="868680"/>
          </a:xfrm>
          <a:prstGeom prst="rect">
            <a:avLst/>
          </a:prstGeom>
          <a:solidFill>
            <a:srgbClr val="162A40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834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Эрсдэлийн удирдлага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92040" y="3218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identification, mitigation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794760"/>
            <a:ext cx="4206240" cy="868680"/>
          </a:xfrm>
          <a:prstGeom prst="rect">
            <a:avLst/>
          </a:prstGeom>
          <a:solidFill>
            <a:srgbClr val="0D1B40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Хүлээн авах шалгуур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1480" y="42245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Entry/Exit criteria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794760"/>
            <a:ext cx="4206240" cy="868680"/>
          </a:xfrm>
          <a:prstGeom prst="rect">
            <a:avLst/>
          </a:prstGeom>
          <a:solidFill>
            <a:srgbClr val="162A40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Баг, хариуцлага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92040" y="42245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lead, тester, developer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Plan — Туршилтын Хамрах Хүрээ ба Хуваарь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In-Scope (турших)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02336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Хэрэглэгч бүртгэл/нэвтрэх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Оролтын баталгаажуулалт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Нэвтрэх session удирдлага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Нууц үг солих функц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endpoint-ууд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70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Out-of-Scope (туршихгүй)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402336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Гуравдагч тал интеграц (OAuth)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responsive байдал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Олон хэл дэмжлэг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 balancer тохируулга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3611880"/>
            <a:ext cx="8595360" cy="132588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Хуваарь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 эхлэх: 2026.03.10  |  Дуусах: 2026.03.18  |  Хамгаалалт: 2026.03.20 — 11:00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7C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4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Тохиолдлууд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23774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D1B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Cases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Cases — Загвар ба Жишээ (1/2)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Нэвтрэх (Login) функцын туршилт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3566160"/>
        </p:xfrm>
        <a:graphic>
          <a:graphicData uri="http://schemas.openxmlformats.org/drawingml/2006/table">
            <a:tbl>
              <a:tblPr/>
              <a:tblGrid>
                <a:gridCol w="822960"/>
                <a:gridCol w="1828800"/>
                <a:gridCol w="2011680"/>
                <a:gridCol w="2468880"/>
                <a:gridCol w="1097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TC-ID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Тохиолдол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Оролт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Хүлээгдэх үр дүн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Статус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Зөв нэвтрэх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admin/Admin@123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Dashboard руу шилжих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Буруу нууц үг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admin/wrongpass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'Нууц үг буруу' мессеж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Хоосон нэр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(хоосон)/pass123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'Заавал бөглөх' мессеж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SQL Injection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 OR 1=1--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Хандах эрхгүй, error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FAIL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Олон удаа буруу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admin/wrong (x5)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Account lock мессеж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4700A"/>
                          </a:solidFill>
                        </a:rPr>
                        <a:t>FAIL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Cases — Загвар ба Жишээ (2/2)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Бүртгэл (Register) функцын туршилт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3566160"/>
        </p:xfrm>
        <a:graphic>
          <a:graphicData uri="http://schemas.openxmlformats.org/drawingml/2006/table">
            <a:tbl>
              <a:tblPr/>
              <a:tblGrid>
                <a:gridCol w="822960"/>
                <a:gridCol w="1828800"/>
                <a:gridCol w="2011680"/>
                <a:gridCol w="2468880"/>
                <a:gridCol w="1097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TC-ID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Тохиолдол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Оролт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Хүлээгдэх үр дүн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Статус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Зөв бүртгэл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Бүх зөв талбар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Амжилттай бүртгэгдэх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Давхцсан email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Байгаа email ашиглах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'Email бүртгэлтэй' алдаа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Нууц үг хэт богино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Pass: 12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Min 8 тэмдэгт мессеж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XSS оролт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&lt;script&gt;alert(1)&lt;/script&gt;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Input sanitize хийх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FAIL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TC-10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Email формат буруу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test@invalid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'Email формат буруу' алдаа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7C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4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Хэрэгслийн Хэрэглээ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23774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D1B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 Usage Demonstration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Selenium WebDriver — UI Туршилтын Жишээ Код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069080"/>
          </a:xfrm>
          <a:prstGeom prst="rect">
            <a:avLst/>
          </a:prstGeom>
          <a:solidFill>
            <a:srgbClr val="0D1117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3840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Selenium WebDriver — Login Test (JavaScript)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Builder, By, until }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('selenium-webdriver');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loginTest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driver = await new Builder()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.forBrowser('chrome').build();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driver.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('http://localhost:3000/login');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driver.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findElement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(By.id('username')).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sendKeys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('admin');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driver.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findElement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(By.id('password')).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sendKeys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('Admin@123');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driver.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findElement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(By.id('submit-btn')).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Assert dashboard loaded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driver.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(until.urlContains('/dashboard'), 5000);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('✅ TC-01: PASS'); await driver.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loginTest();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GitHub: github.com/[багийн нэр]/sqa-login-test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7C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4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Алдааны Тайлан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23774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D1B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Report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Report — BUG-001: SQL Injection Эмзэг Байдал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560320" cy="438912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6" name="Shape 4"/>
          <p:cNvSpPr/>
          <p:nvPr/>
        </p:nvSpPr>
        <p:spPr>
          <a:xfrm>
            <a:off x="2834640" y="804672"/>
            <a:ext cx="6035040" cy="438912"/>
          </a:xfrm>
          <a:prstGeom prst="rect">
            <a:avLst/>
          </a:prstGeom>
          <a:solidFill>
            <a:srgbClr val="EEF4F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046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80467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BUG-001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307592"/>
            <a:ext cx="2560320" cy="438912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1307592"/>
            <a:ext cx="6035040" cy="438912"/>
          </a:xfrm>
          <a:prstGeom prst="rect">
            <a:avLst/>
          </a:prstGeom>
          <a:solidFill>
            <a:srgbClr val="DDE8E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075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Гарчиг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130759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 form — SQL Injection хамгаалалтгүй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810512"/>
            <a:ext cx="2560320" cy="438912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14" name="Shape 12"/>
          <p:cNvSpPr/>
          <p:nvPr/>
        </p:nvSpPr>
        <p:spPr>
          <a:xfrm>
            <a:off x="2834640" y="1810512"/>
            <a:ext cx="6035040" cy="438912"/>
          </a:xfrm>
          <a:prstGeom prst="rect">
            <a:avLst/>
          </a:prstGeom>
          <a:solidFill>
            <a:srgbClr val="EEF4F7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8105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Нээсэн огноо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181051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2026.03.14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313432"/>
            <a:ext cx="2560320" cy="438912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18" name="Shape 16"/>
          <p:cNvSpPr/>
          <p:nvPr/>
        </p:nvSpPr>
        <p:spPr>
          <a:xfrm>
            <a:off x="2834640" y="2313432"/>
            <a:ext cx="6035040" cy="438912"/>
          </a:xfrm>
          <a:prstGeom prst="rect">
            <a:avLst/>
          </a:prstGeom>
          <a:solidFill>
            <a:srgbClr val="DDE8E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3134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Нөлөөлж буй систем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231343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 Module / API endpoint /api/login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816352"/>
            <a:ext cx="2560320" cy="438912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22" name="Shape 20"/>
          <p:cNvSpPr/>
          <p:nvPr/>
        </p:nvSpPr>
        <p:spPr>
          <a:xfrm>
            <a:off x="2834640" y="2816352"/>
            <a:ext cx="6035040" cy="438912"/>
          </a:xfrm>
          <a:prstGeom prst="rect">
            <a:avLst/>
          </a:prstGeom>
          <a:solidFill>
            <a:srgbClr val="EEF4F7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8163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Хүндийн зэрэг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6080" y="281635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🔴 CRITICAL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319272"/>
            <a:ext cx="2560320" cy="438912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319272"/>
            <a:ext cx="6035040" cy="438912"/>
          </a:xfrm>
          <a:prstGeom prst="rect">
            <a:avLst/>
          </a:prstGeom>
          <a:solidFill>
            <a:srgbClr val="DDE8E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3192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Эрэмбэ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26080" y="331927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 — Яаралтай засах шаардлагатай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822192"/>
            <a:ext cx="2560320" cy="438912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0" name="Shape 28"/>
          <p:cNvSpPr/>
          <p:nvPr/>
        </p:nvSpPr>
        <p:spPr>
          <a:xfrm>
            <a:off x="2834640" y="3822192"/>
            <a:ext cx="6035040" cy="438912"/>
          </a:xfrm>
          <a:prstGeom prst="rect">
            <a:avLst/>
          </a:prstGeom>
          <a:solidFill>
            <a:srgbClr val="EEF4F7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8221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Статус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26080" y="382219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74320" y="4325112"/>
            <a:ext cx="2560320" cy="438912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4" name="Shape 32"/>
          <p:cNvSpPr/>
          <p:nvPr/>
        </p:nvSpPr>
        <p:spPr>
          <a:xfrm>
            <a:off x="2834640" y="4325112"/>
            <a:ext cx="6035040" cy="438912"/>
          </a:xfrm>
          <a:prstGeom prst="rect">
            <a:avLst/>
          </a:prstGeom>
          <a:solidFill>
            <a:srgbClr val="DDE8EF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3251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тохиолдол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926080" y="432511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TC-04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Report — BUG-001: Нөхцөл ба Засах Санал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Нөхцөл байдал (Steps to Reproduce)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Login хуудас руу очих — http://localhost:3000/login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Username талбарт оруулах: ' OR '1'='1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Password талбарт дурын утга оруулах: anypass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Submit товч дарах → системд нэвтэрч чаддаг!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2743200"/>
            <a:ext cx="4114800" cy="1280160"/>
          </a:xfrm>
          <a:prstGeom prst="rect">
            <a:avLst/>
          </a:prstGeom>
          <a:solidFill>
            <a:srgbClr val="FFE8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Одоогийн (Буруу) Код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= `SELECT * FROM users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user='${input}'`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743200"/>
            <a:ext cx="4114800" cy="1280160"/>
          </a:xfrm>
          <a:prstGeom prst="rect">
            <a:avLst/>
          </a:prstGeom>
          <a:solidFill>
            <a:srgbClr val="E8FFE8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Засварласан Код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31546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= 'SELECT * FROM users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user = ?'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[input]  // Parameterized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160520"/>
            <a:ext cx="8595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Засах санал: Parameterized queries ашиглах, OWASP Top 10 заавар баримтлах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Report — BUG-002 &amp; BUG-003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920240"/>
          </a:xfrm>
          <a:prstGeom prst="rect">
            <a:avLst/>
          </a:prstGeom>
          <a:solidFill>
            <a:srgbClr val="FFF3CD"/>
          </a:solidFill>
          <a:ln w="19050">
            <a:solidFill>
              <a:srgbClr val="D47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70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BUG-002  |  🟠 HIGH  |  XSS Эмзэг байдал (TC-09)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Нөхцөл: Register форм дээр &lt;script&gt;alert('XSS')&lt;/script&gt; оруулахад тусгаар цонх гарч ирнэ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Хүлээгдэх: Оролтыг sanitize хийж, HTML tag-ийг устгах ёстой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Засах: DOMPurify эсвэл helmet.js ашиглан input sanitization хийх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788920"/>
            <a:ext cx="8595360" cy="1920240"/>
          </a:xfrm>
          <a:prstGeom prst="rect">
            <a:avLst/>
          </a:prstGeom>
          <a:solidFill>
            <a:srgbClr val="FFF3CD"/>
          </a:solidFill>
          <a:ln w="19050">
            <a:solidFill>
              <a:srgbClr val="D47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70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BUG-003  |  🟠 HIGH  |  Account Lockout Механизм байхгүй (TC-05)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822960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Нөхцөл: Буруу нэвтрэлтийг 100 удаа давтаж болно — account блоклогддоггүй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Хүлээгдэх: 5 удаа буруу оруулсны дараа түр хаах ёстой (Brute-force хамгаалалт)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Засах: Rate limiting (express-rate-limit), account lockout логик нэмэх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Үр Дүнгийн Хураангуй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920240" cy="18288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Нийт Test Cases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777240"/>
            <a:ext cx="1920240" cy="18288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8229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60604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1920240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8229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03720" y="777240"/>
            <a:ext cx="1920240" cy="1828800"/>
          </a:xfrm>
          <a:prstGeom prst="rect">
            <a:avLst/>
          </a:prstGeom>
          <a:solidFill>
            <a:srgbClr val="D4700A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8229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90372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Report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834640"/>
            <a:ext cx="841248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товч дүгнэлт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7/10 туршилтын тохиолдол амжилттай давсан — 70% pass rate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критик bug илэрсэн: SQL Injection, XSS, Account Lockout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Security-д хамгийн ихээр анхаарах шаардлагатай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Засваруудыг нэвтрүүлсний дараа regression test хийх шаардлагатай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7C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4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Дүгнэлт ба Ишлэл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23774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D1B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References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Ашигласан Ном, Сурах Бичиг ба Судалгааны Ажлын Ишлэл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114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</a:t>
            </a:r>
            <a:pPr indent="0" marL="0">
              <a:buNone/>
            </a:pPr>
            <a:r>
              <a:rPr lang="en-US" sz="1400" i="1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Myers, G. J., Sandler, C., &amp; Badgett, T. (2011). </a:t>
            </a:r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Art of Software Testing (3rd ed.).</a:t>
            </a:r>
            <a:pPr indent="0" marL="0">
              <a:buNone/>
            </a:pPr>
            <a:r>
              <a:rPr lang="en-US" sz="1300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John Wiley &amp; Sons. — Хуудас 45–62, 89–104 (Test case design, Bug reporting)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25010:2011. (2011). </a:t>
            </a:r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Systems and software engineering — SQuaRE.</a:t>
            </a:r>
            <a:pPr indent="0" marL="0">
              <a:buNone/>
            </a:pPr>
            <a:r>
              <a:rPr lang="en-US" sz="1300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ISO. — Хуудас 1–15 (Quality characteristics)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Pressman, R. S. (2014). </a:t>
            </a:r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Engineering: A Practitioner's Approach (8th ed.).</a:t>
            </a:r>
            <a:pPr indent="0" marL="0">
              <a:buNone/>
            </a:pPr>
            <a:r>
              <a:rPr lang="en-US" sz="1300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McGraw-Hill. — Хуудас 512–534 (Software testing strategies)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OWASP. (2021). </a:t>
            </a:r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OWASP Top Ten 2021.</a:t>
            </a:r>
            <a:pPr indent="0" marL="0">
              <a:buNone/>
            </a:pPr>
            <a:r>
              <a:rPr lang="en-US" sz="1300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owasp.org — SQL Injection (A03), XSS (A07) хуудас 1–8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Black, R. (2017). </a:t>
            </a:r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Testing Processes.</a:t>
            </a:r>
            <a:pPr indent="0" marL="0">
              <a:buNone/>
            </a:pPr>
            <a:r>
              <a:rPr lang="en-US" sz="1300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Addison-Wesley. — Хуудас 201–219 (Test planning)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Дүгнэлт ба GitHub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Үндсэн дүгнэлт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 системийн 70% туршилт амжилттай давсан боловч 3 критик аюулгүй байдлын дутагдал илэрлээ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 Injection болон XSS эмзэг байдлыг яаралтай засах шаардлагатай — OWASP Top 10 стандарт ашиглах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Selenium, Postman, OWASP ZAP хэрэгслүүд туршилтын бүрэн хамрах хүрээг хангав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 хангамжийн чанарын байнгын хяналт CI/CD pipeline-д суулгасны ач холбогдол батлагдлаа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3154680"/>
            <a:ext cx="8595360" cy="1737360"/>
          </a:xfrm>
          <a:prstGeom prst="rect">
            <a:avLst/>
          </a:prstGeom>
          <a:solidFill>
            <a:srgbClr val="0D1B40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🔗 GitHub Repository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github.com/[багийн нэр]/sqa-login-test-2026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Selenium test scripts | Jest unit tests | Test results | Bug evidence screenshots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82296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Анхааралтай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Сонссонд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Баярлалаа!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Программ Хангамжийн Чанарын Үнэлгээ — 2026.03.20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Асуулт байвал тавина уу 🙏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 Хангамжийн Чанарын Үнэлгээ</dc:title>
  <dc:subject>PptxGenJS Presentation</dc:subject>
  <dc:creator>PptxGenJS</dc:creator>
  <cp:lastModifiedBy>PptxGenJS</cp:lastModifiedBy>
  <cp:revision>1</cp:revision>
  <dcterms:created xsi:type="dcterms:W3CDTF">2026-03-19T18:30:04Z</dcterms:created>
  <dcterms:modified xsi:type="dcterms:W3CDTF">2026-03-19T18:30:04Z</dcterms:modified>
</cp:coreProperties>
</file>